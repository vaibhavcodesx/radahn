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Radahn is a personal AI agent whose memory you can see, steer and trust. It's live at radahn-ai.vercel.app and you can try it as a guest in one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assistant now says it remembers you. But you can't see what it kept, why it changed an answer, or fix one wrong fact without starting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idea: memory visibly changes the next answer. Each line cites its memory, and the Without-memory diff shows exactly what memory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map directly to the agentic-memory brief: remember, retrieve and explain, update and correct, and forget.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Secrets never reach the model; sensitive items wait for consent; a partial unique index makes one current value per fact a database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stages: broad retrieval across four channels, then a focused re-rank. The weights favour relevance; recency uses a per-type half-life.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Correction with history, contradictions, expiry, hard forget, and secrets: all five work on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Repeated feedback becomes an explicit strategy backed by evidence. Behaviour changes over time, and you can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database does everything memory needs; no second store to keep in sync. At scale: shard by user, dedicated search nodes, vector quantization.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Hosted evaluation on production: 20 of 20 live cases, 31 of 31 rule checks, recall at 5 of 1.0, zero secrets stored, recall in about half a second. Try it as a guest.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118872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E7D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1832" y="118872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97864" y="118872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53896" y="118872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9928" y="118872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65960" y="118872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221992" y="118872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78024" y="118872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34056" y="118872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6B4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118872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A7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60020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0">
                <a:solidFill>
                  <a:srgbClr val="EDE6D6"/>
                </a:solidFill>
                <a:latin typeface="Georgia"/>
              </a:rPr>
              <a:t>Radahn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889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B8B1A2"/>
                </a:solidFill>
                <a:latin typeface="Georgia"/>
              </a:rPr>
              <a:t>An AI agent whose memory you can see, steer and trust.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2C12E"/>
                </a:solidFill>
                <a:latin typeface="Segoe UI"/>
              </a:rPr>
              <a:t>radahn-ai.vercel.app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5720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A8477"/>
                </a:solidFill>
                <a:latin typeface="Segoe UI"/>
              </a:rPr>
              <a:t>Try it as a guest. No sign-up.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17220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8477"/>
                </a:solidFill>
                <a:latin typeface="Consolas"/>
              </a:rPr>
              <a:t>Submitted to UNCHARTED 2026  ·  Agentic Memory track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280160"/>
            <a:ext cx="5760720" cy="3280410"/>
          </a:xfrm>
          <a:prstGeom prst="roundRect">
            <a:avLst>
              <a:gd name="adj" fmla="val 3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ot-1-chat-u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25880"/>
            <a:ext cx="566928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THE PROBLEM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EDE6D6"/>
                </a:solidFill>
                <a:latin typeface="Georgia"/>
              </a:rPr>
              <a:t>Assistants remember you. Invisibly.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7D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3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3312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0784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4825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6B4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21991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A7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24028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0119" y="2560320"/>
            <a:ext cx="292608" cy="292608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108960"/>
            <a:ext cx="2880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EDE6D6"/>
                </a:solidFill>
                <a:latin typeface="Georgia"/>
              </a:rPr>
              <a:t>You can’t see what it kept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343400"/>
            <a:ext cx="2880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B8B1A2"/>
                </a:solidFill>
                <a:latin typeface="Segoe UI"/>
              </a:rPr>
              <a:t>Memory is a hidden list of notes or summaries.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24028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3440" y="2560320"/>
            <a:ext cx="292608" cy="292608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3108960"/>
            <a:ext cx="2880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EDE6D6"/>
                </a:solidFill>
                <a:latin typeface="Georgia"/>
              </a:rPr>
              <a:t>You can’t see why it changed an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343400"/>
            <a:ext cx="2880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B8B1A2"/>
                </a:solidFill>
                <a:latin typeface="Segoe UI"/>
              </a:rPr>
              <a:t>No receipts: which fact shaped which line, and how much.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19" y="224028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66759" y="2560320"/>
            <a:ext cx="292608" cy="292608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59" y="3108960"/>
            <a:ext cx="2880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EDE6D6"/>
                </a:solidFill>
                <a:latin typeface="Georgia"/>
              </a:rPr>
              <a:t>You can’t fix one wrong fact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59" y="4343400"/>
            <a:ext cx="2880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B8B1A2"/>
                </a:solidFill>
                <a:latin typeface="Segoe UI"/>
              </a:rPr>
              <a:t>Old and new facts pile up; correcting one means starting over.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8B1A2"/>
                </a:solidFill>
                <a:latin typeface="Georgia"/>
              </a:rPr>
              <a:t>The problem isn’t forgetting. It’s memory you can’t inspect or steer.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Segoe UI"/>
              </a:rPr>
              <a:t>Radahn  ·  radahn-ai.vercel.app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19088"/>
            <a:ext cx="941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Consolas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THE CORE IDEA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EDE6D6"/>
                </a:solidFill>
                <a:latin typeface="Georgia"/>
              </a:rPr>
              <a:t>Every answer shows its receipts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7D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3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3312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0784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4825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6B4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21991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A7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59" y="2103120"/>
            <a:ext cx="6766559" cy="2112016"/>
          </a:xfrm>
          <a:prstGeom prst="roundRect">
            <a:avLst>
              <a:gd name="adj" fmla="val 3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6675120" cy="20205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4617720"/>
            <a:ext cx="6675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EDE6D6"/>
                </a:solidFill>
                <a:latin typeface="Segoe UI"/>
              </a:rPr>
              <a:t>Coloured squares</a:t>
            </a:r>
            <a:r>
              <a:rPr sz="1800" b="0" i="0">
                <a:solidFill>
                  <a:srgbClr val="B8B1A2"/>
                </a:solidFill>
                <a:latin typeface="Segoe UI"/>
              </a:rPr>
              <a:t> cite the exact memory behind each line.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EDE6D6"/>
                </a:solidFill>
                <a:latin typeface="Segoe UI"/>
              </a:rPr>
              <a:t>One click</a:t>
            </a:r>
            <a:r>
              <a:rPr sz="1800" b="0" i="0">
                <a:solidFill>
                  <a:srgbClr val="B8B1A2"/>
                </a:solidFill>
                <a:latin typeface="Segoe UI"/>
              </a:rPr>
              <a:t> asks again with memory off and highlights what changed.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103120"/>
            <a:ext cx="2438375" cy="4069079"/>
          </a:xfrm>
          <a:prstGeom prst="roundRect">
            <a:avLst>
              <a:gd name="adj" fmla="val 3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2148840"/>
            <a:ext cx="2346935" cy="39776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09560" y="621792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8477"/>
                </a:solidFill>
                <a:latin typeface="Consolas"/>
              </a:rPr>
              <a:t>WITHOUT MEMORY → DIFF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Segoe UI"/>
              </a:rPr>
              <a:t>Radahn  ·  radahn-ai.vercel.app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19088"/>
            <a:ext cx="941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Consolas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PRODUCT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EDE6D6"/>
                </a:solidFill>
                <a:latin typeface="Georgia"/>
              </a:rPr>
              <a:t>What it does, in four verbs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7D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3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3312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0784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4825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6B4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21991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A7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1488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0119" y="2496312"/>
            <a:ext cx="237744" cy="237744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2450592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8477"/>
                </a:solidFill>
                <a:latin typeface="Consola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2862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DE6D6"/>
                </a:solidFill>
                <a:latin typeface="Georgia"/>
              </a:rPr>
              <a:t>Remembers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" y="3337560"/>
            <a:ext cx="4663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B8B1A2"/>
                </a:solidFill>
                <a:latin typeface="Segoe UI"/>
              </a:rPr>
              <a:t>Small typed memories from every chat: preferences, decisions, deadlines, feedback.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1488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92240" y="2496312"/>
            <a:ext cx="237744" cy="237744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450592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8477"/>
                </a:solidFill>
                <a:latin typeface="Consola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862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DE6D6"/>
                </a:solidFill>
                <a:latin typeface="Georgia"/>
              </a:rPr>
              <a:t>Recalls and explains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337560"/>
            <a:ext cx="4663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B8B1A2"/>
                </a:solidFill>
                <a:latin typeface="Segoe UI"/>
              </a:rPr>
              <a:t>Finds what matters for this message and shows the score behind every pick.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2062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0119" y="4553712"/>
            <a:ext cx="237744" cy="237744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4507992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8477"/>
                </a:solidFill>
                <a:latin typeface="Consola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19" y="49194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DE6D6"/>
                </a:solidFill>
                <a:latin typeface="Georgia"/>
              </a:rPr>
              <a:t>Corrects with history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19" y="5394959"/>
            <a:ext cx="4663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B8B1A2"/>
                </a:solidFill>
                <a:latin typeface="Segoe UI"/>
              </a:rPr>
              <a:t>A changed fact becomes history, never overwritten. Rewind to any earlier moment.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2062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92240" y="4553712"/>
            <a:ext cx="237744" cy="237744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507992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8477"/>
                </a:solidFill>
                <a:latin typeface="Consola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9194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DE6D6"/>
                </a:solidFill>
                <a:latin typeface="Georgia"/>
              </a:rPr>
              <a:t>Forgets for real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394959"/>
            <a:ext cx="4663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B8B1A2"/>
                </a:solidFill>
                <a:latin typeface="Segoe UI"/>
              </a:rPr>
              <a:t>Forget deletes. Expiry is automatic. Secrets are never stored.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Segoe UI"/>
              </a:rPr>
              <a:t>Radahn  ·  radahn-ai.vercel.app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419088"/>
            <a:ext cx="941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Consolas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WRITE PATH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EDE6D6"/>
                </a:solidFill>
                <a:latin typeface="Georgia"/>
              </a:rPr>
              <a:t>How a memory is written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7D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3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3312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0784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4825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6B4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21991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A7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377440"/>
            <a:ext cx="1664208" cy="2377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57860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2880360"/>
            <a:ext cx="13441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EDE6D6"/>
                </a:solidFill>
                <a:latin typeface="Georgia"/>
              </a:rPr>
              <a:t>Privacy
pre-scan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703320"/>
            <a:ext cx="134416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secrets removed before any model sees them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331720" y="3474720"/>
            <a:ext cx="128016" cy="182880"/>
          </a:xfrm>
          <a:prstGeom prst="rightArrow">
            <a:avLst/>
          </a:prstGeom>
          <a:solidFill>
            <a:srgbClr val="8A8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87168" y="2377440"/>
            <a:ext cx="1664208" cy="2377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70048" y="257860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2880360"/>
            <a:ext cx="13441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EDE6D6"/>
                </a:solidFill>
                <a:latin typeface="Georgia"/>
              </a:rPr>
              <a:t>Extract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70048" y="3703320"/>
            <a:ext cx="134416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a small model proposes candidate memories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178808" y="3474720"/>
            <a:ext cx="128016" cy="182880"/>
          </a:xfrm>
          <a:prstGeom prst="rightArrow">
            <a:avLst/>
          </a:prstGeom>
          <a:solidFill>
            <a:srgbClr val="8A8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34256" y="2377440"/>
            <a:ext cx="1664208" cy="2377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257860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2880360"/>
            <a:ext cx="13441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EDE6D6"/>
                </a:solidFill>
                <a:latin typeface="Georgia"/>
              </a:rPr>
              <a:t>Policy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3703320"/>
            <a:ext cx="134416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sensitive → Review; unsure → asks you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025896" y="3474720"/>
            <a:ext cx="128016" cy="182880"/>
          </a:xfrm>
          <a:prstGeom prst="rightArrow">
            <a:avLst/>
          </a:prstGeom>
          <a:solidFill>
            <a:srgbClr val="8A8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81344" y="2377440"/>
            <a:ext cx="1664208" cy="2377440"/>
          </a:xfrm>
          <a:prstGeom prst="roundRect">
            <a:avLst>
              <a:gd name="adj" fmla="val 6000"/>
            </a:avLst>
          </a:prstGeom>
          <a:solidFill>
            <a:srgbClr val="0F1C13"/>
          </a:solidFill>
          <a:ln w="9525">
            <a:solidFill>
              <a:srgbClr val="2E4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57860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2880360"/>
            <a:ext cx="13441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CFE3C6"/>
                </a:solidFill>
                <a:latin typeface="Georgia"/>
              </a:rPr>
              <a:t>Reconcile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3703320"/>
            <a:ext cx="134416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add · confirm · supersede · skip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872983" y="3474720"/>
            <a:ext cx="128016" cy="182880"/>
          </a:xfrm>
          <a:prstGeom prst="rightArrow">
            <a:avLst/>
          </a:prstGeom>
          <a:solidFill>
            <a:srgbClr val="8A8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028431" y="2377440"/>
            <a:ext cx="1664208" cy="2377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1" y="257860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1" y="2880360"/>
            <a:ext cx="13441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EDE6D6"/>
                </a:solidFill>
                <a:latin typeface="Georgia"/>
              </a:rPr>
              <a:t>Transaction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1" y="3703320"/>
            <a:ext cx="134416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one current value per fact, history kept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720072" y="3474720"/>
            <a:ext cx="128016" cy="182880"/>
          </a:xfrm>
          <a:prstGeom prst="rightArrow">
            <a:avLst/>
          </a:prstGeom>
          <a:solidFill>
            <a:srgbClr val="8A8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75519" y="2377440"/>
            <a:ext cx="1664208" cy="2377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399" y="257860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399" y="2880360"/>
            <a:ext cx="13441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EDE6D6"/>
                </a:solidFill>
                <a:latin typeface="Georgia"/>
              </a:rPr>
              <a:t>Live event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399" y="3703320"/>
            <a:ext cx="134416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change stream updates every screen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5193792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1480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B1A2"/>
                </a:solidFill>
                <a:latin typeface="Consolas"/>
              </a:rPr>
              <a:t>add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40280" y="5193792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14600" y="51480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B1A2"/>
                </a:solidFill>
                <a:latin typeface="Consolas"/>
              </a:rPr>
              <a:t>confirm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40480" y="5193792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51480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B1A2"/>
                </a:solidFill>
                <a:latin typeface="Consolas"/>
              </a:rPr>
              <a:t>supersede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40680" y="5193792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E7D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15000" y="51480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B1A2"/>
                </a:solidFill>
                <a:latin typeface="Consolas"/>
              </a:rPr>
              <a:t>skip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B8B1A2"/>
                </a:solidFill>
                <a:latin typeface="Segoe UI"/>
              </a:rPr>
              <a:t>Runs after the reply, so it never slows you down. First memory lands ≈ 2 s later.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Segoe UI"/>
              </a:rPr>
              <a:t>Radahn  ·  radahn-ai.vercel.app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07040" y="6419088"/>
            <a:ext cx="941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Consolas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RECALL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EDE6D6"/>
                </a:solidFill>
                <a:latin typeface="Georgia"/>
              </a:rPr>
              <a:t>How a memory is found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7D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3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3312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0784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4825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6B4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21991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A7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148840"/>
            <a:ext cx="3017520" cy="621792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2368296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2402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DE6D6"/>
                </a:solidFill>
                <a:latin typeface="Georgia"/>
              </a:rPr>
              <a:t>Meaning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49631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Segoe UI"/>
              </a:rPr>
              <a:t>vector 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898648"/>
            <a:ext cx="3017520" cy="621792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3118104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29900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DE6D6"/>
                </a:solidFill>
                <a:latin typeface="Georgia"/>
              </a:rPr>
              <a:t>Keywords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24612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Segoe UI"/>
              </a:rPr>
              <a:t>Atlas Search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648456"/>
            <a:ext cx="3017520" cy="621792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3867912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373989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DE6D6"/>
                </a:solidFill>
                <a:latin typeface="Georgia"/>
              </a:rPr>
              <a:t>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995928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Segoe UI"/>
              </a:rPr>
              <a:t>only for past 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398264"/>
            <a:ext cx="3017520" cy="621792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461772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448970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DE6D6"/>
                </a:solidFill>
                <a:latin typeface="Georgia"/>
              </a:rPr>
              <a:t>Links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745736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Segoe UI"/>
              </a:rPr>
              <a:t>shared people and things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794760" y="3429000"/>
            <a:ext cx="320040" cy="274320"/>
          </a:xfrm>
          <a:prstGeom prst="rightArrow">
            <a:avLst/>
          </a:prstGeom>
          <a:solidFill>
            <a:srgbClr val="8A8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51960" y="2148840"/>
            <a:ext cx="3291840" cy="2926080"/>
          </a:xfrm>
          <a:prstGeom prst="roundRect">
            <a:avLst>
              <a:gd name="adj" fmla="val 6000"/>
            </a:avLst>
          </a:prstGeom>
          <a:solidFill>
            <a:srgbClr val="0F1C13"/>
          </a:solidFill>
          <a:ln w="9525">
            <a:solidFill>
              <a:srgbClr val="2E4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23774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FE3C6"/>
                </a:solidFill>
                <a:latin typeface="Consolas"/>
              </a:rPr>
              <a:t>FUSE → SCORE → TOP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278892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FE3C6"/>
                </a:solidFill>
                <a:latin typeface="Segoe UI"/>
              </a:rPr>
              <a:t>0.55</a:t>
            </a:r>
            <a:r>
              <a:rPr sz="1800" b="0" i="0">
                <a:solidFill>
                  <a:srgbClr val="CFE3C6"/>
                </a:solidFill>
                <a:latin typeface="Segoe UI"/>
              </a:rPr>
              <a:t> relevance</a:t>
            </a:r>
          </a:p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FE3C6"/>
                </a:solidFill>
                <a:latin typeface="Segoe UI"/>
              </a:rPr>
              <a:t>0.15</a:t>
            </a:r>
            <a:r>
              <a:rPr sz="1800" b="0" i="0">
                <a:solidFill>
                  <a:srgbClr val="CFE3C6"/>
                </a:solidFill>
                <a:latin typeface="Segoe UI"/>
              </a:rPr>
              <a:t> recency</a:t>
            </a:r>
          </a:p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FE3C6"/>
                </a:solidFill>
                <a:latin typeface="Segoe UI"/>
              </a:rPr>
              <a:t>0.15</a:t>
            </a:r>
            <a:r>
              <a:rPr sz="1800" b="0" i="0">
                <a:solidFill>
                  <a:srgbClr val="CFE3C6"/>
                </a:solidFill>
                <a:latin typeface="Segoe UI"/>
              </a:rPr>
              <a:t> importance</a:t>
            </a:r>
          </a:p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FE3C6"/>
                </a:solidFill>
                <a:latin typeface="Segoe UI"/>
              </a:rPr>
              <a:t>0.10</a:t>
            </a:r>
            <a:r>
              <a:rPr sz="1800" b="0" i="0">
                <a:solidFill>
                  <a:srgbClr val="CFE3C6"/>
                </a:solidFill>
                <a:latin typeface="Segoe UI"/>
              </a:rPr>
              <a:t> confidence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34340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FE3C6"/>
                </a:solidFill>
                <a:latin typeface="Segoe UI"/>
              </a:rPr>
              <a:t>Weak matches dropped, near-duplicates removed.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34924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B8B1A2"/>
                </a:solidFill>
                <a:latin typeface="Segoe UI"/>
              </a:rPr>
              <a:t>Every number is stored and shown in the Why tab, so every answer can be explained.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2057400"/>
            <a:ext cx="3474720" cy="4160520"/>
          </a:xfrm>
          <a:prstGeom prst="roundRect">
            <a:avLst>
              <a:gd name="adj" fmla="val 3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used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103120"/>
            <a:ext cx="3383280" cy="40690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Segoe UI"/>
              </a:rPr>
              <a:t>Radahn  ·  radahn-ai.vercel.app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6419088"/>
            <a:ext cx="941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Consolas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DIFFICULT CASES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EDE6D6"/>
                </a:solidFill>
                <a:latin typeface="Georgia"/>
              </a:rPr>
              <a:t>The hard cases, handled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7D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3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3312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0784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4825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6B4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21991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A7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59" y="2057400"/>
            <a:ext cx="5577840" cy="1732923"/>
          </a:xfrm>
          <a:prstGeom prst="roundRect">
            <a:avLst>
              <a:gd name="adj" fmla="val 3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rr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5486400" cy="164148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38404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23A7A"/>
                </a:solidFill>
                <a:latin typeface="Consolas"/>
              </a:rPr>
              <a:t>CORRECTION → OLD VALUE KEPT AS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59" y="4251960"/>
            <a:ext cx="5577840" cy="1132220"/>
          </a:xfrm>
          <a:prstGeom prst="roundRect">
            <a:avLst>
              <a:gd name="adj" fmla="val 3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not-sav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5486400" cy="10407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" y="54406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D8432F"/>
                </a:solidFill>
                <a:latin typeface="Consolas"/>
              </a:rPr>
              <a:t>SECRETS BLOCKED BEFORE THE MODEL SEES THEM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2057400"/>
            <a:ext cx="5029200" cy="2379117"/>
          </a:xfrm>
          <a:prstGeom prst="roundRect">
            <a:avLst>
              <a:gd name="adj" fmla="val 3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ntradi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2103120"/>
            <a:ext cx="4937760" cy="228767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83680" y="4480560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08A24"/>
                </a:solidFill>
                <a:latin typeface="Consolas"/>
              </a:rPr>
              <a:t>CONTRADICTIONS PUT TO YOU, NOT GUESSED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EDE6D6"/>
                </a:solidFill>
                <a:latin typeface="Segoe UI"/>
              </a:rPr>
              <a:t>Expiry</a:t>
            </a:r>
            <a:r>
              <a:rPr sz="1500" b="0" i="0">
                <a:solidFill>
                  <a:srgbClr val="B8B1A2"/>
                </a:solidFill>
                <a:latin typeface="Segoe UI"/>
              </a:rPr>
              <a:t>: stops at the set time; MongoDB TTL deletes it.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EDE6D6"/>
                </a:solidFill>
                <a:latin typeface="Segoe UI"/>
              </a:rPr>
              <a:t>Forget</a:t>
            </a:r>
            <a:r>
              <a:rPr sz="1500" b="0" i="0">
                <a:solidFill>
                  <a:srgbClr val="B8B1A2"/>
                </a:solidFill>
                <a:latin typeface="Segoe UI"/>
              </a:rPr>
              <a:t>: deleted for good; only a content-free event remains.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Segoe UI"/>
              </a:rPr>
              <a:t>Radahn  ·  radahn-ai.vercel.app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19088"/>
            <a:ext cx="941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Consolas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REFLECTION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EDE6D6"/>
                </a:solidFill>
                <a:latin typeface="Georgia"/>
              </a:rPr>
              <a:t>It learns how you like answers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7D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3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3312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0784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4825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6B4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21991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A7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194560"/>
            <a:ext cx="4206240" cy="841248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2523744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14015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DE6D6"/>
                </a:solidFill>
                <a:latin typeface="Georgia"/>
              </a:rPr>
              <a:t>“That study plan was too long to use.”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18688"/>
            <a:ext cx="4206240" cy="841248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547872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438144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DE6D6"/>
                </a:solidFill>
                <a:latin typeface="Georgia"/>
              </a:rPr>
              <a:t>“Just the bullets, please.”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42816"/>
            <a:ext cx="4206240" cy="841248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80" y="4572000"/>
            <a:ext cx="182880" cy="182880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622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DE6D6"/>
                </a:solidFill>
                <a:latin typeface="Georgia"/>
              </a:rPr>
              <a:t>“A 12-step plan at 2 AM is overwhelming.”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8477"/>
                </a:solidFill>
                <a:latin typeface="Consolas"/>
              </a:rPr>
              <a:t>FEEDBACK, REMEMBERED THREE TIMES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074920" y="3520440"/>
            <a:ext cx="457200" cy="329184"/>
          </a:xfrm>
          <a:prstGeom prst="rightArrow">
            <a:avLst/>
          </a:prstGeom>
          <a:solidFill>
            <a:srgbClr val="8A8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760720" y="2194560"/>
            <a:ext cx="5760720" cy="2011680"/>
          </a:xfrm>
          <a:prstGeom prst="roundRect">
            <a:avLst>
              <a:gd name="adj" fmla="val 6000"/>
            </a:avLst>
          </a:prstGeom>
          <a:solidFill>
            <a:srgbClr val="0F1C13"/>
          </a:solidFill>
          <a:ln w="9525">
            <a:solidFill>
              <a:srgbClr val="2E4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35040" y="2487168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6B4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24505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FE3C6"/>
                </a:solidFill>
                <a:latin typeface="Consolas"/>
              </a:rPr>
              <a:t>LEARNED RULE  ·  WITH 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288036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CFE3C6"/>
                </a:solidFill>
                <a:latin typeface="Georgia"/>
              </a:rPr>
              <a:t>When Aarav asks for a plan, give at most 5 bullets, each with a time box.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4526280"/>
            <a:ext cx="5760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EDE6D6"/>
                </a:solidFill>
                <a:latin typeface="Segoe UI"/>
              </a:rPr>
              <a:t>Next plan: </a:t>
            </a:r>
            <a:r>
              <a:rPr sz="1600" b="0" i="0">
                <a:solidFill>
                  <a:srgbClr val="B8B1A2"/>
                </a:solidFill>
                <a:latin typeface="Segoe UI"/>
              </a:rPr>
              <a:t>short, time-boxed, and the reply shows “1 learned rule”. The Without-memory diff proves the change.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Segoe UI"/>
              </a:rPr>
              <a:t>Radahn  ·  radahn-ai.vercel.app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19088"/>
            <a:ext cx="941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Consolas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ARCHITECTURE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EDE6D6"/>
                </a:solidFill>
                <a:latin typeface="Georgia"/>
              </a:rPr>
              <a:t>Built on MongoDB Atlas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7D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3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3312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0784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4825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6B4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21991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A7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1031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3042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DE6D6"/>
                </a:solidFill>
                <a:latin typeface="Georgia"/>
              </a:rPr>
              <a:t>Vector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61487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meaning, filtered by user and project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0711" y="21031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1" y="23042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DE6D6"/>
                </a:solidFill>
                <a:latin typeface="Georgia"/>
              </a:rPr>
              <a:t>Atlas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1" y="2761487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exact names and codes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21031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23042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DE6D6"/>
                </a:solidFill>
                <a:latin typeface="Georgia"/>
              </a:rPr>
              <a:t>TTL indexes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2761487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automatic expiry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1976" y="21031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23042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DE6D6"/>
                </a:solidFill>
                <a:latin typeface="Georgia"/>
              </a:rPr>
              <a:t>Transactions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2761487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corrections never half-done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520439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721607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DE6D6"/>
                </a:solidFill>
                <a:latin typeface="Georgia"/>
              </a:rPr>
              <a:t>Partial unique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178807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one current value per fact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10711" y="3520439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9311" y="3721607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DE6D6"/>
                </a:solidFill>
                <a:latin typeface="Georgia"/>
              </a:rPr>
              <a:t>Change streams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9311" y="4178807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live UI and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81344" y="3520439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9944" y="3721607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DE6D6"/>
                </a:solidFill>
                <a:latin typeface="Georgia"/>
              </a:rPr>
              <a:t>Aggregations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4178807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Activity stats and insights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51976" y="3520439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0576" y="3721607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DE6D6"/>
                </a:solidFill>
                <a:latin typeface="Georgia"/>
              </a:rPr>
              <a:t>Schema validation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0576" y="4178807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8B1A2"/>
                </a:solidFill>
                <a:latin typeface="Segoe UI"/>
              </a:rPr>
              <a:t>every memory well-formed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5120640"/>
            <a:ext cx="10927080" cy="868680"/>
          </a:xfrm>
          <a:prstGeom prst="roundRect">
            <a:avLst>
              <a:gd name="adj" fmla="val 6000"/>
            </a:avLst>
          </a:prstGeom>
          <a:solidFill>
            <a:srgbClr val="0F1C13"/>
          </a:solidFill>
          <a:ln w="9525">
            <a:solidFill>
              <a:srgbClr val="2E4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12064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EDE6D6"/>
                </a:solidFill>
                <a:latin typeface="Segoe UI"/>
              </a:rPr>
              <a:t>Next.js on Vercel</a:t>
            </a:r>
            <a:r>
              <a:rPr sz="1600" b="0" i="0">
                <a:solidFill>
                  <a:srgbClr val="CFE3C6"/>
                </a:solidFill>
                <a:latin typeface="Segoe UI"/>
              </a:rPr>
              <a:t>   →   </a:t>
            </a:r>
            <a:r>
              <a:rPr sz="1600" b="1" i="0">
                <a:solidFill>
                  <a:srgbClr val="EDE6D6"/>
                </a:solidFill>
                <a:latin typeface="Segoe UI"/>
              </a:rPr>
              <a:t>MongoDB Atlas</a:t>
            </a:r>
            <a:r>
              <a:rPr sz="1600" b="0" i="0">
                <a:solidFill>
                  <a:srgbClr val="EDE6D6"/>
                </a:solidFill>
                <a:latin typeface="Segoe UI"/>
              </a:rPr>
              <a:t>   →   </a:t>
            </a:r>
            <a:r>
              <a:rPr sz="1600" b="1" i="0">
                <a:solidFill>
                  <a:srgbClr val="EDE6D6"/>
                </a:solidFill>
                <a:latin typeface="Segoe UI"/>
              </a:rPr>
              <a:t>Gemini + Groq models</a:t>
            </a:r>
            <a:r>
              <a:rPr sz="1600" b="0" i="0">
                <a:solidFill>
                  <a:srgbClr val="CFE3C6"/>
                </a:solidFill>
                <a:latin typeface="Segoe UI"/>
              </a:rPr>
              <a:t>      ·  one database for it all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Segoe UI"/>
              </a:rPr>
              <a:t>Radahn  ·  radahn-ai.vercel.app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419088"/>
            <a:ext cx="941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Consolas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RESULTS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EDE6D6"/>
                </a:solidFill>
                <a:latin typeface="Georgia"/>
              </a:rPr>
              <a:t>Measured on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7D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3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2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3A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3312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B2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0784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74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48256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6B4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21991" y="1627632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A7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103120"/>
            <a:ext cx="2029968" cy="173736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28600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F2C12E"/>
                </a:solidFill>
                <a:latin typeface="Georgia"/>
              </a:rPr>
              <a:t>20/20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00400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B1A2"/>
                </a:solidFill>
                <a:latin typeface="Segoe UI"/>
              </a:rPr>
              <a:t>live memory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52928" y="2103120"/>
            <a:ext cx="2029968" cy="173736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81528" y="228600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EDE6D6"/>
                </a:solidFill>
                <a:latin typeface="Georgia"/>
              </a:rPr>
              <a:t>31/31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200400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B1A2"/>
                </a:solidFill>
                <a:latin typeface="Segoe UI"/>
              </a:rPr>
              <a:t>rule 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5776" y="2103120"/>
            <a:ext cx="2029968" cy="173736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94376" y="228600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EDE6D6"/>
                </a:solidFill>
                <a:latin typeface="Georgia"/>
              </a:rPr>
              <a:t>1.0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94376" y="3200400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B1A2"/>
                </a:solidFill>
                <a:latin typeface="Segoe UI"/>
              </a:rPr>
              <a:t>recall@5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78624" y="2103120"/>
            <a:ext cx="2029968" cy="173736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07224" y="228600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EDE6D6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07224" y="3200400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B1A2"/>
                </a:solidFill>
                <a:latin typeface="Segoe UI"/>
              </a:rPr>
              <a:t>secrets stored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91472" y="2103120"/>
            <a:ext cx="2029968" cy="1737360"/>
          </a:xfrm>
          <a:prstGeom prst="roundRect">
            <a:avLst>
              <a:gd name="adj" fmla="val 6000"/>
            </a:avLst>
          </a:prstGeom>
          <a:solidFill>
            <a:srgbClr val="181713"/>
          </a:solidFill>
          <a:ln w="9525">
            <a:solidFill>
              <a:srgbClr val="33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228600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EDE6D6"/>
                </a:solidFill>
                <a:latin typeface="Georgia"/>
              </a:rPr>
              <a:t>≈ 0.5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3200400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B1A2"/>
                </a:solidFill>
                <a:latin typeface="Segoe UI"/>
              </a:rPr>
              <a:t>recall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605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LIMITS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0560"/>
            <a:ext cx="5303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B8B1A2"/>
                </a:solidFill>
                <a:latin typeface="Segoe UI"/>
              </a:rPr>
              <a:t>Free tiers only. Extraction is an AI and can err, so every save is visible and reversible.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1605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477"/>
                </a:solidFill>
                <a:latin typeface="Consolas"/>
              </a:rPr>
              <a:t>NEXT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480560"/>
            <a:ext cx="5303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B8B1A2"/>
                </a:solidFill>
                <a:latin typeface="Segoe UI"/>
              </a:rPr>
              <a:t>A reranking model, shared team memory, importing existing notes.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715000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B8B1A2"/>
                </a:solidFill>
                <a:latin typeface="Segoe UI"/>
              </a:rPr>
              <a:t>Try it: </a:t>
            </a:r>
            <a:r>
              <a:rPr sz="1700" b="1" i="0">
                <a:solidFill>
                  <a:srgbClr val="F2C12E"/>
                </a:solidFill>
                <a:latin typeface="Segoe UI"/>
              </a:rPr>
              <a:t>radahn-ai.vercel.app</a:t>
            </a:r>
            <a:r>
              <a:rPr sz="1700" b="0" i="0">
                <a:solidFill>
                  <a:srgbClr val="8A8477"/>
                </a:solidFill>
                <a:latin typeface="Segoe UI"/>
              </a:rPr>
              <a:t>   ·   Team: [Name 1] · [Name 2] · [Name 3]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Segoe UI"/>
              </a:rPr>
              <a:t>Radahn  ·  radahn-ai.vercel.app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419088"/>
            <a:ext cx="941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477"/>
                </a:solidFill>
                <a:latin typeface="Consolas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